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Signika Bold" charset="1" panose="02010003020600000004"/>
      <p:regular r:id="rId7"/>
    </p:embeddedFont>
    <p:embeddedFont>
      <p:font typeface="Signika" charset="1" panose="020100030206000000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55112"/>
            <a:ext cx="18288000" cy="1276236"/>
            <a:chOff x="0" y="0"/>
            <a:chExt cx="937083" cy="6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83" cy="65395"/>
            </a:xfrm>
            <a:custGeom>
              <a:avLst/>
              <a:gdLst/>
              <a:ahLst/>
              <a:cxnLst/>
              <a:rect r="r" b="b" t="t" l="l"/>
              <a:pathLst>
                <a:path h="65395" w="937083">
                  <a:moveTo>
                    <a:pt x="0" y="0"/>
                  </a:moveTo>
                  <a:lnTo>
                    <a:pt x="937083" y="0"/>
                  </a:lnTo>
                  <a:lnTo>
                    <a:pt x="937083" y="65395"/>
                  </a:lnTo>
                  <a:lnTo>
                    <a:pt x="0" y="65395"/>
                  </a:lnTo>
                  <a:close/>
                </a:path>
              </a:pathLst>
            </a:custGeom>
            <a:gradFill rotWithShape="true">
              <a:gsLst>
                <a:gs pos="0">
                  <a:srgbClr val="2F67A3">
                    <a:alpha val="100000"/>
                  </a:srgbClr>
                </a:gs>
                <a:gs pos="100000">
                  <a:srgbClr val="5CE2E7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37083" cy="103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774"/>
            <a:ext cx="2579097" cy="514350"/>
            <a:chOff x="0" y="0"/>
            <a:chExt cx="679268" cy="135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9268" cy="135467"/>
            </a:xfrm>
            <a:custGeom>
              <a:avLst/>
              <a:gdLst/>
              <a:ahLst/>
              <a:cxnLst/>
              <a:rect r="r" b="b" t="t" l="l"/>
              <a:pathLst>
                <a:path h="135467" w="679268">
                  <a:moveTo>
                    <a:pt x="0" y="0"/>
                  </a:moveTo>
                  <a:lnTo>
                    <a:pt x="679268" y="0"/>
                  </a:lnTo>
                  <a:lnTo>
                    <a:pt x="679268" y="135467"/>
                  </a:lnTo>
                  <a:lnTo>
                    <a:pt x="0" y="135467"/>
                  </a:lnTo>
                  <a:close/>
                </a:path>
              </a:pathLst>
            </a:custGeom>
            <a:solidFill>
              <a:srgbClr val="D9D2D5">
                <a:alpha val="2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79268" cy="183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029142" y="442632"/>
            <a:ext cx="1258858" cy="1067032"/>
          </a:xfrm>
          <a:custGeom>
            <a:avLst/>
            <a:gdLst/>
            <a:ahLst/>
            <a:cxnLst/>
            <a:rect r="r" b="b" t="t" l="l"/>
            <a:pathLst>
              <a:path h="1067032" w="1258858">
                <a:moveTo>
                  <a:pt x="0" y="0"/>
                </a:moveTo>
                <a:lnTo>
                  <a:pt x="1258858" y="0"/>
                </a:lnTo>
                <a:lnTo>
                  <a:pt x="1258858" y="1067032"/>
                </a:lnTo>
                <a:lnTo>
                  <a:pt x="0" y="1067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74332"/>
            <a:ext cx="257909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Signika Bold"/>
                <a:ea typeface="Signika Bold"/>
                <a:cs typeface="Signika Bold"/>
                <a:sym typeface="Signika Bold"/>
              </a:rPr>
              <a:t>Problem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6732" y="65512"/>
            <a:ext cx="49866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Supply Chain Mapping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2096" y="65512"/>
            <a:ext cx="239877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Data &amp; Insights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2261" y="74332"/>
            <a:ext cx="244621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Proposed Solutions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85773" y="65512"/>
            <a:ext cx="235133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Financial Impact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56133" y="65512"/>
            <a:ext cx="399536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Detail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DAHLVqN43j8</dc:identifier>
  <dcterms:modified xsi:type="dcterms:W3CDTF">2011-08-01T06:04:30Z</dcterms:modified>
  <cp:revision>1</cp:revision>
  <dc:title>Red Modern Logistic Presentation</dc:title>
</cp:coreProperties>
</file>